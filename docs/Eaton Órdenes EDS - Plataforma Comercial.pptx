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Roboto" panose="02000000000000000000" pitchFamily="2" charset="0"/>
      <p:regular r:id="rId5"/>
      <p:bold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581650"/>
            <a:ext cx="10668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5816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2458491"/>
            <a:ext cx="197169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200" b="1" i="0" u="none" dirty="0">
                <a:solidFill>
                  <a:srgbClr val="0072C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HERRAMIENTA COMERCIAL</a:t>
            </a:r>
            <a:endParaRPr sz="1200" b="1" i="0" u="none" dirty="0">
              <a:solidFill>
                <a:srgbClr val="0072C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2772816"/>
            <a:ext cx="3047309" cy="654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115"/>
              </a:lnSpc>
            </a:pPr>
            <a:r>
              <a:rPr lang="es-MX" sz="4650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EDS Orders</a:t>
            </a:r>
            <a:endParaRPr sz="4650" b="1" i="0" u="none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3650902"/>
            <a:ext cx="4155057" cy="274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s-MX" sz="1650" b="0" i="0" u="none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Configuración de Órdenes de Catálogo EDS</a:t>
            </a:r>
            <a:endParaRPr sz="1650" b="0" i="0" u="none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5857875"/>
            <a:ext cx="31739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975" b="1" i="0" u="none" dirty="0">
                <a:solidFill>
                  <a:srgbClr val="64748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ÁREA</a:t>
            </a:r>
            <a:endParaRPr sz="975" b="1" i="0" u="none" dirty="0">
              <a:solidFill>
                <a:srgbClr val="64748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6048375"/>
            <a:ext cx="210314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200" b="1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Eaton </a:t>
            </a:r>
            <a:r>
              <a:rPr lang="es-MX" sz="1200" b="1" i="0" u="none" dirty="0" err="1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Electrical</a:t>
            </a:r>
            <a:r>
              <a:rPr lang="es-MX" sz="1200" b="1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Sector </a:t>
            </a:r>
            <a:r>
              <a:rPr lang="es-MX" sz="1200" b="1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</a:t>
            </a:r>
            <a:r>
              <a:rPr lang="es-MX" sz="1200" b="1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éxico</a:t>
            </a:r>
            <a:endParaRPr sz="1200" b="1" i="0" u="none" dirty="0">
              <a:solidFill>
                <a:srgbClr val="F8FAF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3496" y="5857875"/>
            <a:ext cx="58990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64748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3496" y="6048375"/>
            <a:ext cx="21031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Optimización</a:t>
            </a:r>
            <a:r>
              <a:rPr sz="1200" b="1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</a:t>
            </a:r>
            <a:r>
              <a:rPr lang="es-MX" sz="1200" b="1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Cotizaciones</a:t>
            </a:r>
            <a:endParaRPr sz="1200" b="1" i="0" u="none" dirty="0">
              <a:solidFill>
                <a:srgbClr val="F8FAF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04992" y="5873234"/>
            <a:ext cx="52097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975" b="1" i="0" u="none" dirty="0">
                <a:solidFill>
                  <a:srgbClr val="64748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VERSIÓN</a:t>
            </a:r>
            <a:endParaRPr sz="975" b="1" i="0" u="none" dirty="0">
              <a:solidFill>
                <a:srgbClr val="64748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04992" y="6063734"/>
            <a:ext cx="79188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200" b="1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Versión 1.0</a:t>
            </a:r>
            <a:endParaRPr sz="1200" b="1" i="0" u="none" dirty="0">
              <a:solidFill>
                <a:srgbClr val="F8FAF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D1EF16-8579-68D2-DB0C-D7C23A77E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6" y="632857"/>
            <a:ext cx="1794654" cy="4815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1">
            <a:extLst>
              <a:ext uri="{FF2B5EF4-FFF2-40B4-BE49-F238E27FC236}">
                <a16:creationId xmlns:a16="http://schemas.microsoft.com/office/drawing/2014/main" id="{3DF79D8A-EB6F-1597-C28F-4C478C7FAB59}"/>
              </a:ext>
            </a:extLst>
          </p:cNvPr>
          <p:cNvSpPr/>
          <p:nvPr/>
        </p:nvSpPr>
        <p:spPr>
          <a:xfrm>
            <a:off x="838200" y="5733901"/>
            <a:ext cx="10515600" cy="552450"/>
          </a:xfrm>
          <a:prstGeom prst="roundRect">
            <a:avLst>
              <a:gd name="adj" fmla="val 6896"/>
            </a:avLst>
          </a:prstGeom>
          <a:solidFill>
            <a:srgbClr val="10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2">
            <a:extLst>
              <a:ext uri="{FF2B5EF4-FFF2-40B4-BE49-F238E27FC236}">
                <a16:creationId xmlns:a16="http://schemas.microsoft.com/office/drawing/2014/main" id="{417C1363-6A75-EE0D-0833-20B36221F9BB}"/>
              </a:ext>
            </a:extLst>
          </p:cNvPr>
          <p:cNvSpPr/>
          <p:nvPr/>
        </p:nvSpPr>
        <p:spPr>
          <a:xfrm>
            <a:off x="838200" y="2468760"/>
            <a:ext cx="3352800" cy="2114550"/>
          </a:xfrm>
          <a:prstGeom prst="roundRect">
            <a:avLst>
              <a:gd name="adj" fmla="val 5405"/>
            </a:avLst>
          </a:prstGeom>
          <a:solidFill>
            <a:srgbClr val="13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3">
            <a:extLst>
              <a:ext uri="{FF2B5EF4-FFF2-40B4-BE49-F238E27FC236}">
                <a16:creationId xmlns:a16="http://schemas.microsoft.com/office/drawing/2014/main" id="{58FBEA53-8AC8-C923-8B34-5EB42AD39024}"/>
              </a:ext>
            </a:extLst>
          </p:cNvPr>
          <p:cNvSpPr/>
          <p:nvPr/>
        </p:nvSpPr>
        <p:spPr>
          <a:xfrm>
            <a:off x="4419600" y="2468760"/>
            <a:ext cx="3352800" cy="2114550"/>
          </a:xfrm>
          <a:prstGeom prst="roundRect">
            <a:avLst>
              <a:gd name="adj" fmla="val 5405"/>
            </a:avLst>
          </a:prstGeom>
          <a:solidFill>
            <a:srgbClr val="13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">
            <a:extLst>
              <a:ext uri="{FF2B5EF4-FFF2-40B4-BE49-F238E27FC236}">
                <a16:creationId xmlns:a16="http://schemas.microsoft.com/office/drawing/2014/main" id="{66B6019C-3EE2-E7E2-CFFB-27E15838FF0D}"/>
              </a:ext>
            </a:extLst>
          </p:cNvPr>
          <p:cNvSpPr/>
          <p:nvPr/>
        </p:nvSpPr>
        <p:spPr>
          <a:xfrm>
            <a:off x="8001000" y="2468760"/>
            <a:ext cx="3352800" cy="2114550"/>
          </a:xfrm>
          <a:prstGeom prst="roundRect">
            <a:avLst>
              <a:gd name="adj" fmla="val 6185"/>
            </a:avLst>
          </a:prstGeom>
          <a:solidFill>
            <a:srgbClr val="13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52715F-0129-5211-E8C9-C3F97303362F}"/>
              </a:ext>
            </a:extLst>
          </p:cNvPr>
          <p:cNvSpPr/>
          <p:nvPr/>
        </p:nvSpPr>
        <p:spPr>
          <a:xfrm>
            <a:off x="838200" y="5733901"/>
            <a:ext cx="38100" cy="5524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B4EEDAF1-A718-2C97-840C-F207BC0FF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849760"/>
            <a:ext cx="2743200" cy="266700"/>
          </a:xfrm>
          <a:prstGeom prst="rect">
            <a:avLst/>
          </a:prstGeom>
        </p:spPr>
      </p:pic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D75477FA-1374-94B1-870F-49DA9D769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849760"/>
            <a:ext cx="2743200" cy="2667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C4E982FA-B438-2874-FBE7-EB84FCB32800}"/>
              </a:ext>
            </a:extLst>
          </p:cNvPr>
          <p:cNvSpPr txBox="1"/>
          <p:nvPr/>
        </p:nvSpPr>
        <p:spPr>
          <a:xfrm>
            <a:off x="838200" y="571500"/>
            <a:ext cx="143308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050" b="1" i="0" u="none" dirty="0">
                <a:solidFill>
                  <a:srgbClr val="0072C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PROPUESTA DE VALOR</a:t>
            </a:r>
            <a:endParaRPr sz="1050" b="1" i="0" u="none" dirty="0">
              <a:solidFill>
                <a:srgbClr val="0072C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07C64E-B923-777F-614F-2363FF5526C8}"/>
              </a:ext>
            </a:extLst>
          </p:cNvPr>
          <p:cNvSpPr txBox="1"/>
          <p:nvPr/>
        </p:nvSpPr>
        <p:spPr>
          <a:xfrm>
            <a:off x="838200" y="856999"/>
            <a:ext cx="4297651" cy="4664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s-MX" sz="3150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Beneficios Comerciales</a:t>
            </a:r>
            <a:endParaRPr sz="3150" b="1" i="0" u="none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AAC8D4-408A-0572-7BBE-AE1575822E90}"/>
              </a:ext>
            </a:extLst>
          </p:cNvPr>
          <p:cNvSpPr txBox="1"/>
          <p:nvPr/>
        </p:nvSpPr>
        <p:spPr>
          <a:xfrm>
            <a:off x="1104900" y="5905351"/>
            <a:ext cx="10039350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275" b="1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Impacto</a:t>
            </a:r>
            <a:r>
              <a:rPr sz="1275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s-MX" sz="1275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Reducción en tiempos de cotización.</a:t>
            </a:r>
            <a:endParaRPr sz="1275" i="0" u="none" dirty="0">
              <a:solidFill>
                <a:srgbClr val="F8FAF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269712-2AE8-2808-39B3-FCFBC521B2AB}"/>
              </a:ext>
            </a:extLst>
          </p:cNvPr>
          <p:cNvSpPr txBox="1"/>
          <p:nvPr/>
        </p:nvSpPr>
        <p:spPr>
          <a:xfrm>
            <a:off x="1143000" y="3345060"/>
            <a:ext cx="76944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Acceso</a:t>
            </a:r>
            <a:endParaRPr b="1" i="0" u="none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B43B96-02F3-87C5-5CA7-DA65A0AA0DE7}"/>
              </a:ext>
            </a:extLst>
          </p:cNvPr>
          <p:cNvSpPr txBox="1"/>
          <p:nvPr/>
        </p:nvSpPr>
        <p:spPr>
          <a:xfrm>
            <a:off x="1143000" y="3745110"/>
            <a:ext cx="28384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 </a:t>
            </a:r>
            <a:r>
              <a:rPr lang="en-US" sz="1200" dirty="0" err="1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ágil</a:t>
            </a:r>
            <a:r>
              <a:rPr lang="en-US" sz="1200" dirty="0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sin </a:t>
            </a:r>
            <a:r>
              <a:rPr lang="en-US" sz="1200" dirty="0" err="1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manuales</a:t>
            </a:r>
            <a:r>
              <a:rPr lang="en-US" sz="1200" dirty="0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extensos</a:t>
            </a:r>
            <a:r>
              <a:rPr lang="en-US" sz="1200" dirty="0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sz="1200" b="0" i="0" u="none" dirty="0">
              <a:solidFill>
                <a:srgbClr val="94A3B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CC6008-886F-8BD1-13FE-AE089F48E2E5}"/>
              </a:ext>
            </a:extLst>
          </p:cNvPr>
          <p:cNvSpPr txBox="1"/>
          <p:nvPr/>
        </p:nvSpPr>
        <p:spPr>
          <a:xfrm>
            <a:off x="4724400" y="3345060"/>
            <a:ext cx="66043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Filtr</a:t>
            </a:r>
            <a:r>
              <a:rPr lang="es-MX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os</a:t>
            </a:r>
            <a:endParaRPr b="1" i="0" u="none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C8CE63-8CAF-231B-DE97-4ABE8C1FA2EA}"/>
              </a:ext>
            </a:extLst>
          </p:cNvPr>
          <p:cNvSpPr txBox="1"/>
          <p:nvPr/>
        </p:nvSpPr>
        <p:spPr>
          <a:xfrm>
            <a:off x="4724400" y="3745110"/>
            <a:ext cx="2838450" cy="211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0" i="0" u="none" dirty="0" err="1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Filtrado</a:t>
            </a:r>
            <a:r>
              <a:rPr lang="en-US" sz="1200" b="0" i="0" u="none" dirty="0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200" b="0" i="0" u="none" dirty="0" err="1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preciso</a:t>
            </a:r>
            <a:r>
              <a:rPr lang="en-US" sz="1200" b="0" i="0" u="none" dirty="0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200" b="0" i="0" u="none" dirty="0" err="1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según</a:t>
            </a:r>
            <a:r>
              <a:rPr lang="en-US" sz="1200" b="0" i="0" u="none" dirty="0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200" b="0" i="0" u="none" dirty="0" err="1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configuración</a:t>
            </a:r>
            <a:r>
              <a:rPr lang="en-US" sz="1200" b="0" i="0" u="none" dirty="0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sz="1200" b="0" i="0" u="none" dirty="0">
              <a:solidFill>
                <a:srgbClr val="94A3B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F3154B-E378-AFD6-250D-2387C788A9A7}"/>
              </a:ext>
            </a:extLst>
          </p:cNvPr>
          <p:cNvSpPr txBox="1"/>
          <p:nvPr/>
        </p:nvSpPr>
        <p:spPr>
          <a:xfrm>
            <a:off x="8305800" y="3344149"/>
            <a:ext cx="2838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Precisión</a:t>
            </a:r>
            <a:endParaRPr b="1" i="0" u="none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585A413-ECAE-DD12-A08C-3415BD38C9E3}"/>
              </a:ext>
            </a:extLst>
          </p:cNvPr>
          <p:cNvSpPr txBox="1"/>
          <p:nvPr/>
        </p:nvSpPr>
        <p:spPr>
          <a:xfrm>
            <a:off x="8305800" y="3744199"/>
            <a:ext cx="28384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 err="1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Validación</a:t>
            </a:r>
            <a:r>
              <a:rPr lang="en-US" sz="1200" dirty="0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automática</a:t>
            </a:r>
            <a:r>
              <a:rPr lang="en-US" sz="1200" dirty="0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sz="1200" dirty="0" err="1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compatibilidad</a:t>
            </a:r>
            <a:r>
              <a:rPr lang="en-US" sz="1200" dirty="0">
                <a:solidFill>
                  <a:srgbClr val="94A3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sz="1200" b="0" i="0" u="none" dirty="0">
              <a:solidFill>
                <a:srgbClr val="94A3B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9EC2F41-3AFC-C7BF-D6F8-466595E11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846123"/>
            <a:ext cx="27432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040C1E0-17E2-75CD-C014-757109D57FDA}"/>
              </a:ext>
            </a:extLst>
          </p:cNvPr>
          <p:cNvSpPr/>
          <p:nvPr/>
        </p:nvSpPr>
        <p:spPr>
          <a:xfrm>
            <a:off x="838200" y="5762476"/>
            <a:ext cx="10515600" cy="523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">
            <a:extLst>
              <a:ext uri="{FF2B5EF4-FFF2-40B4-BE49-F238E27FC236}">
                <a16:creationId xmlns:a16="http://schemas.microsoft.com/office/drawing/2014/main" id="{2BB4D26C-4364-68DB-BE58-7D9B50753CB2}"/>
              </a:ext>
            </a:extLst>
          </p:cNvPr>
          <p:cNvSpPr/>
          <p:nvPr/>
        </p:nvSpPr>
        <p:spPr>
          <a:xfrm>
            <a:off x="838200" y="2544960"/>
            <a:ext cx="3302049" cy="1990725"/>
          </a:xfrm>
          <a:prstGeom prst="roundRect">
            <a:avLst>
              <a:gd name="adj" fmla="val 5741"/>
            </a:avLst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6AF4C1BA-CC24-8182-D740-9D4150573EEF}"/>
              </a:ext>
            </a:extLst>
          </p:cNvPr>
          <p:cNvSpPr/>
          <p:nvPr/>
        </p:nvSpPr>
        <p:spPr>
          <a:xfrm>
            <a:off x="4445049" y="2544960"/>
            <a:ext cx="3302049" cy="1990725"/>
          </a:xfrm>
          <a:prstGeom prst="roundRect">
            <a:avLst>
              <a:gd name="adj" fmla="val 5741"/>
            </a:avLst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4">
            <a:extLst>
              <a:ext uri="{FF2B5EF4-FFF2-40B4-BE49-F238E27FC236}">
                <a16:creationId xmlns:a16="http://schemas.microsoft.com/office/drawing/2014/main" id="{C90963EF-65DC-B0CB-F3A2-F45B8AF01B30}"/>
              </a:ext>
            </a:extLst>
          </p:cNvPr>
          <p:cNvSpPr/>
          <p:nvPr/>
        </p:nvSpPr>
        <p:spPr>
          <a:xfrm>
            <a:off x="8051899" y="2544960"/>
            <a:ext cx="3302049" cy="1990725"/>
          </a:xfrm>
          <a:prstGeom prst="roundRect">
            <a:avLst>
              <a:gd name="adj" fmla="val 5741"/>
            </a:avLst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A85ED9-A999-2983-1323-070D06CA804D}"/>
              </a:ext>
            </a:extLst>
          </p:cNvPr>
          <p:cNvSpPr txBox="1"/>
          <p:nvPr/>
        </p:nvSpPr>
        <p:spPr>
          <a:xfrm>
            <a:off x="838200" y="571500"/>
            <a:ext cx="138499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072C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IMPACTO COMERCIAL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922245-2EAA-5524-3B71-9ECAB59941EB}"/>
              </a:ext>
            </a:extLst>
          </p:cNvPr>
          <p:cNvSpPr txBox="1"/>
          <p:nvPr/>
        </p:nvSpPr>
        <p:spPr>
          <a:xfrm>
            <a:off x="838200" y="875958"/>
            <a:ext cx="4037965" cy="4664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Resultados</a:t>
            </a:r>
            <a:r>
              <a:rPr sz="3150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sz="31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</a:t>
            </a:r>
            <a:r>
              <a:rPr sz="3150" b="1" i="0" u="none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sperados</a:t>
            </a:r>
            <a:endParaRPr sz="3150" b="1" i="0" u="none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BF9EEF-FC7D-31D6-8F65-6F403A1A0447}"/>
              </a:ext>
            </a:extLst>
          </p:cNvPr>
          <p:cNvSpPr txBox="1"/>
          <p:nvPr/>
        </p:nvSpPr>
        <p:spPr>
          <a:xfrm>
            <a:off x="1787910" y="2964060"/>
            <a:ext cx="1402628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 dirty="0">
                <a:solidFill>
                  <a:srgbClr val="0072C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-80%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3ABD72-F034-844B-614D-24CCA0A47E77}"/>
              </a:ext>
            </a:extLst>
          </p:cNvPr>
          <p:cNvSpPr txBox="1"/>
          <p:nvPr/>
        </p:nvSpPr>
        <p:spPr>
          <a:xfrm>
            <a:off x="1667685" y="3649860"/>
            <a:ext cx="164307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Tiempo </a:t>
            </a:r>
            <a:r>
              <a:rPr lang="es-MX" sz="1350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respuesta</a:t>
            </a:r>
            <a:endParaRPr sz="1350" b="1" i="0" u="none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853200-0F23-7E48-E3C8-5CA991B088E5}"/>
              </a:ext>
            </a:extLst>
          </p:cNvPr>
          <p:cNvSpPr txBox="1"/>
          <p:nvPr/>
        </p:nvSpPr>
        <p:spPr>
          <a:xfrm>
            <a:off x="1621214" y="3945135"/>
            <a:ext cx="173605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MX" sz="1050" b="0" i="0" u="none" dirty="0">
                <a:solidFill>
                  <a:srgbClr val="64748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Atención precisa e inmediata</a:t>
            </a:r>
            <a:endParaRPr sz="1050" b="0" i="0" u="none" dirty="0">
              <a:solidFill>
                <a:srgbClr val="64748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793AD5-FF53-99E8-0E54-92E164D4BA58}"/>
              </a:ext>
            </a:extLst>
          </p:cNvPr>
          <p:cNvSpPr txBox="1"/>
          <p:nvPr/>
        </p:nvSpPr>
        <p:spPr>
          <a:xfrm>
            <a:off x="5919743" y="2964060"/>
            <a:ext cx="352661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1F9B32-C240-4111-843A-E6502F4342EF}"/>
              </a:ext>
            </a:extLst>
          </p:cNvPr>
          <p:cNvSpPr txBox="1"/>
          <p:nvPr/>
        </p:nvSpPr>
        <p:spPr>
          <a:xfrm>
            <a:off x="5363501" y="3649860"/>
            <a:ext cx="146514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Errores en pedidos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338AFA-5B49-0CA3-6BD8-E3AF8193CEFE}"/>
              </a:ext>
            </a:extLst>
          </p:cNvPr>
          <p:cNvSpPr txBox="1"/>
          <p:nvPr/>
        </p:nvSpPr>
        <p:spPr>
          <a:xfrm>
            <a:off x="5182362" y="3945135"/>
            <a:ext cx="182742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Elimina devoluciones y ajustes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858D14-27F2-C9CF-B464-17D147D4F234}"/>
              </a:ext>
            </a:extLst>
          </p:cNvPr>
          <p:cNvSpPr txBox="1"/>
          <p:nvPr/>
        </p:nvSpPr>
        <p:spPr>
          <a:xfrm>
            <a:off x="9202787" y="2964060"/>
            <a:ext cx="1000274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072C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+2x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709108-5F4A-5D99-2C76-D361FC91A79A}"/>
              </a:ext>
            </a:extLst>
          </p:cNvPr>
          <p:cNvSpPr txBox="1"/>
          <p:nvPr/>
        </p:nvSpPr>
        <p:spPr>
          <a:xfrm>
            <a:off x="8903829" y="3649860"/>
            <a:ext cx="159819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Capacidad</a:t>
            </a:r>
            <a:r>
              <a:rPr sz="1350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sz="1350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operativa</a:t>
            </a:r>
            <a:endParaRPr sz="1350" b="1" i="0" u="none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1ECC25-2FF6-A1A5-4BDC-4F7DF9B2F034}"/>
              </a:ext>
            </a:extLst>
          </p:cNvPr>
          <p:cNvSpPr txBox="1"/>
          <p:nvPr/>
        </p:nvSpPr>
        <p:spPr>
          <a:xfrm>
            <a:off x="8754754" y="3945135"/>
            <a:ext cx="189635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MX" sz="1050" b="0" i="0" u="none" dirty="0">
                <a:solidFill>
                  <a:srgbClr val="64748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Mayor volumen de cotizaciones</a:t>
            </a:r>
            <a:endParaRPr sz="1050" b="0" i="0" u="none" dirty="0">
              <a:solidFill>
                <a:srgbClr val="64748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2" name="Rounded Rectangle 1">
            <a:extLst>
              <a:ext uri="{FF2B5EF4-FFF2-40B4-BE49-F238E27FC236}">
                <a16:creationId xmlns:a16="http://schemas.microsoft.com/office/drawing/2014/main" id="{80131E5A-6357-98D8-C34D-8024296A28F5}"/>
              </a:ext>
            </a:extLst>
          </p:cNvPr>
          <p:cNvSpPr/>
          <p:nvPr/>
        </p:nvSpPr>
        <p:spPr>
          <a:xfrm>
            <a:off x="838200" y="5733901"/>
            <a:ext cx="10515600" cy="552450"/>
          </a:xfrm>
          <a:prstGeom prst="roundRect">
            <a:avLst>
              <a:gd name="adj" fmla="val 6896"/>
            </a:avLst>
          </a:prstGeom>
          <a:solidFill>
            <a:srgbClr val="10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A3800A3-0166-25BA-74C6-B1A3FDF4F7BA}"/>
              </a:ext>
            </a:extLst>
          </p:cNvPr>
          <p:cNvSpPr/>
          <p:nvPr/>
        </p:nvSpPr>
        <p:spPr>
          <a:xfrm>
            <a:off x="838200" y="5733901"/>
            <a:ext cx="38100" cy="5524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B505E21-DDC2-5AE3-05BC-50EBDD25AF0A}"/>
              </a:ext>
            </a:extLst>
          </p:cNvPr>
          <p:cNvSpPr txBox="1"/>
          <p:nvPr/>
        </p:nvSpPr>
        <p:spPr>
          <a:xfrm>
            <a:off x="1104900" y="5905351"/>
            <a:ext cx="10039350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275" b="1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Meta</a:t>
            </a:r>
            <a:r>
              <a:rPr lang="es-MX" sz="1275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r>
              <a:rPr lang="es-MX" sz="1275" b="1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sz="1275" i="0" u="none" dirty="0">
                <a:solidFill>
                  <a:srgbClr val="F8FAF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Estandarizar la calidad y acelerar el ciclo de venta.</a:t>
            </a:r>
            <a:endParaRPr sz="1275" i="0" u="none" dirty="0">
              <a:solidFill>
                <a:srgbClr val="F8FAF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98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Roboto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 Castillo</cp:lastModifiedBy>
  <cp:revision>3</cp:revision>
  <dcterms:created xsi:type="dcterms:W3CDTF">2013-01-27T09:14:16Z</dcterms:created>
  <dcterms:modified xsi:type="dcterms:W3CDTF">2026-09-24T19:39:31Z</dcterms:modified>
  <cp:category/>
</cp:coreProperties>
</file>